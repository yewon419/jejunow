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7" r:id="rId4"/>
    <p:sldId id="268" r:id="rId5"/>
    <p:sldId id="263" r:id="rId6"/>
    <p:sldId id="260" r:id="rId7"/>
    <p:sldId id="269" r:id="rId16"/>
    <p:sldId id="270" r:id="rId17"/>
    <p:sldId id="271" r:id="rId18"/>
    <p:sldId id="272" r:id="rId19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  <a:endParaRPr lang="ko-KR" altLang="en-US" sz="1400" dirty="0">
                  <a:solidFill>
                    <a:schemeClr val="bg1"/>
                  </a:solidFill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 smtClean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  <a:endParaRPr lang="ko-KR" altLang="en-US" sz="1400" dirty="0"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팀 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</a:rPr>
                        <a:t>(팀명: 콘텐츠랩 접수 팀명 그대로 입력)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</a:rPr>
                        <a:t>제주나우 (JEJU NOW)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5012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F2937"/>
                          </a:solidFill>
                        </a:rPr>
                        <a:t>제주나우 (JEJU NOW)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웹 서비스 + 앱 서비스 (iOS)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>단일 코드베이스(Next.js + Capacitor)로 웹(https://jejunow.vercel.app)과 iOS 앱이 동일한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0">
                          <a:solidFill>
                            <a:srgbClr val="1F2937"/>
                          </a:solidFill>
                        </a:rPr>
                        <a:t>제주 관광지 804곳의 시간대별 혼잡도를 예측해 「지금 어디가 한적한가」를 알려주고, 가려던 곳이 붐비면 같은 유형의 한적한 대안 관광지와 코스를 추천하는 분산 관광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문제: 제주는 연 약 1,400만 명이 찾지만 수요가 성산일출봉·협재·우도 등 상위 10곳에 몰린다. 특정 시간·장소 쏠림은 만족도 저하, 주차·도로 등 인프라 과부하, 탄소 배출로 이어진다.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기존 앱의 한계: 인기·리뷰 기반 추천은 쏠림을 오히려 키운다. 여행자에게 필요한 정보는 「어디가 유명한가」가 아니라 「지금 어디가 한적한가」다.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필요성: 제주특별자치도는 분산 관광을 정책 과제로 두고 있지만, 여행자가 현장에서 바로 쓸 수 있는 수요 분산 도구는 없다. 한국관광공사가 이미 보유한 관광지 정보(TourAPI)와 수요 통계(한국관광 데이터랩)를 여행자의 의사결정 순간에 연결하면, 추가 인프라 없이도 분산을 유도할 수 있다.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정직한 설계: 실측 혼잡도가 없으므로 공개 통계를 학습한 예측값임을 앱 안에 명시하고, 원천 데이터가 없는 관광지는 「추정」으로 표시한다.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6751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50" b="0">
                          <a:solidFill>
                            <a:srgbClr val="1F2937"/>
                          </a:solidFill>
                        </a:rPr>
                        <a:t>1. 시간대별 혼잡도 예측 지도: 날짜·시간을 고르면 804곳 마커가 4단계(여유·보통·붐빔·혼잡) 색으로 바뀐다. 「한적한 곳만」 필터, 「추정치」 표시, 마커 탭 시 사진·시간대 그래프 시트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</a:rPr>
                        <a:t>2. 대안 관광지 추천: 붐빌 것으로 예측된 관광지와 같은 유형(TourAPI 소분류)의 한적한 곳을 가까운 순으로 제안, 한 번에 교체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</a:rPr>
                        <a:t>3. 여행 일정 혼잡도 시뮬레이션: 날짜·방문 순서를 넣으면 슬롯별 예측 혼잡도와 이동 거리·시간을 타임라인으로 표시, 붐비는 슬롯에 시간 변경·대안 제안, 인앱 경로 지도(자동차·도보·대중교통)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</a:rPr>
                        <a:t>4. 오토플랜(자동 일정): 템포·이동수단·혼잡 허용도·여정 끝을 고르면 도달 가능성·유형 다양성·혼잡 회피를 만족하는 하루 일정을 자동 생성, 2지선다 카드로 취향 학습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</a:rPr>
                        <a:t>5. 관광지 상세·경로 안내: 한국관광공사 OpenAPI 원천 정보(사진·소개·운영시간·전화·홈페이지)를 실시간 조회, 시간대별 혼잡 예측 그래프와 「가장 한적한 시각」, 카카오맵·Apple 지도로 길찾기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</a:rPr>
                        <a:t>6. 홈(오늘의 제주): 내 일정 요약, 일정 스팟 근처 한적한 코스, 위치 권한 시 「내 주변 한적한 곳」 (위치는 기기 안에서만 사용)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</a:rPr>
                        <a:t>• 공통: 회원가입·로그인 없음, 일정은 기기 안에만 저장, 위치 권한을 거부해도 전 기능 사용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  <p:pic>
        <p:nvPicPr>
          <p:cNvPr id="18" name="Picture 17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072" y="1364733"/>
            <a:ext cx="155448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54152" y="1538469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7"/>
                </a:solidFill>
              </a:rPr>
              <a:t>제주나우 앱 아이콘</a:t>
            </a:r>
          </a:p>
          <a:p>
            <a:r>
              <a:rPr sz="1200" b="0">
                <a:solidFill>
                  <a:srgbClr val="1F2937"/>
                </a:solidFill>
              </a:rPr>
              <a:t/>
            </a:r>
          </a:p>
          <a:p>
            <a:r>
              <a:rPr sz="1200" b="0">
                <a:solidFill>
                  <a:srgbClr val="1F2937"/>
                </a:solidFill>
              </a:rPr>
              <a:t>파란 위치 핀 안의 막대그래프: 「장소마다 시간대별 혼잡도가 다르다」는 서비스의 핵심을 나타냅니다.</a:t>
            </a:r>
          </a:p>
          <a:p>
            <a:r>
              <a:rPr sz="1200" b="0">
                <a:solidFill>
                  <a:srgbClr val="1F2937"/>
                </a:solidFill>
              </a:rPr>
              <a:t>웹(PWA)·iOS 앱 공통 아이콘.</a:t>
            </a:r>
          </a:p>
        </p:txBody>
      </p:sp>
      <p:pic>
        <p:nvPicPr>
          <p:cNvPr id="20" name="Picture 19" descr="1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531" y="3157566"/>
            <a:ext cx="1246466" cy="2697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59211" y="5873334"/>
            <a:ext cx="179510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홈 · 오늘의 제주</a:t>
            </a:r>
          </a:p>
        </p:txBody>
      </p:sp>
      <p:pic>
        <p:nvPicPr>
          <p:cNvPr id="22" name="Picture 21" descr="f1-1-map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036" y="3157566"/>
            <a:ext cx="1246466" cy="2697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25716" y="5873334"/>
            <a:ext cx="179510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지도 · 시간대별 혼잡도</a:t>
            </a:r>
          </a:p>
        </p:txBody>
      </p:sp>
      <p:pic>
        <p:nvPicPr>
          <p:cNvPr id="24" name="Picture 23" descr="f3-1-sched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541" y="3157566"/>
            <a:ext cx="1246466" cy="2697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92221" y="5873334"/>
            <a:ext cx="179510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일정 · 시뮬레이션·대안</a:t>
            </a:r>
          </a:p>
        </p:txBody>
      </p:sp>
      <p:pic>
        <p:nvPicPr>
          <p:cNvPr id="26" name="Picture 25" descr="f4-2-autoplan-cho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046" y="3157566"/>
            <a:ext cx="1246466" cy="2697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58726" y="5873334"/>
            <a:ext cx="179510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오토플랜 · 2지선다</a:t>
            </a:r>
          </a:p>
        </p:txBody>
      </p:sp>
      <p:pic>
        <p:nvPicPr>
          <p:cNvPr id="28" name="Picture 27" descr="f5-1-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9551" y="3157566"/>
            <a:ext cx="1246466" cy="2697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25231" y="5873334"/>
            <a:ext cx="179510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상세 · 원천 정보·경로</a:t>
            </a:r>
          </a:p>
        </p:txBody>
      </p:sp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838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서울 제외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F2937"/>
                          </a:solidFill>
                        </a:rPr>
                        <a:t>제주특별자치도 (제주시·서귀포시 전역)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구현 내용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대상 관광지: TourAPI areaBasedList2를 제주 법정동 코드(lDongRegnCd=50)로 조회해 관광지·문화시설·레포츠 804곳 수집. 운영시간 722곳, 공식 홈페이지 579곳 보강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학습 데이터: 한국관광 데이터랩 인기관광지 통계를 제주시(50110)·서귀포시(50130) 기초지자체 TOP30 × 연령대 6구간 × 101개월(2018-01~2026-05)로 수집한 36,360행. 제주 두 지자체의 수요 구조만 학습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기상 피처: 기상청 ASOS 제주 관측 월 기온·강수 101개월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공항 앵커: 오토플랜은 제주국제공항 출·도착을 기본 앵커로 두고 동선을 구성(카카오 로컬 API 공항 전용 검색)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도로 접근점: 산·해안 관광지 590곳에 최근접 주차장 좌표(route_lat/lng)를 별도 저장해 경로 계산이 실제 진입점으로 되게 함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</a:rPr>
                        <a:t>• 확장 설계: 향후 전국 확대를 전제로 지역코드·지자체 범위만 바꾸면 되도록 만들었고, 데이터와 앵커만 제주에 특화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① 지도 탭에서 날짜와 시간(9~20시) 슬라이더를 고른다. 마커가 여유·보통·붐빔·혼잡 4색으로 표시된다.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② 「한적한 곳만」 필터를 켜면 여유·보통 관광지만 남는다. 「추정치 포함」으로 원천 데이터가 없는 곳의 표시 여부를 정한다.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③ 마커를 누르면 사진·시간대별 그래프 시트가 올라온다. 그래프의 시간을 누르면 지도 전체가 그 시간 기준으로 바뀐다.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④ 슬라이더를 18시로 옮기면 낮에 붐비던 곳이 여유로 바뀐다. 장소를 포기하지 않고 시간을 바꾸는 선택이 가능하다.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핵심 기능1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시간대별 혼잡도 예측 지도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날짜·시간을 고르면 제주 관광지 804곳의 예측 혼잡도를 지도 위 4단계 색 마커로 보여주는 기능입니다. 시간에 따라 같은 장소의 혼잡도가 어떻게 바뀌는지 한눈에 비교할 수 있습니다.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f1-1-ma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34" y="2333623"/>
            <a:ext cx="1204213" cy="2606040"/>
          </a:xfrm>
          <a:prstGeom prst="rect">
            <a:avLst/>
          </a:prstGeom>
        </p:spPr>
      </p:pic>
      <p:pic>
        <p:nvPicPr>
          <p:cNvPr id="17" name="Picture 16" descr="f1-2-quiet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711" y="2333623"/>
            <a:ext cx="1204213" cy="2606040"/>
          </a:xfrm>
          <a:prstGeom prst="rect">
            <a:avLst/>
          </a:prstGeom>
        </p:spPr>
      </p:pic>
      <p:pic>
        <p:nvPicPr>
          <p:cNvPr id="18" name="Picture 17" descr="f1-3-marker-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288" y="2333623"/>
            <a:ext cx="1204213" cy="2606040"/>
          </a:xfrm>
          <a:prstGeom prst="rect">
            <a:avLst/>
          </a:prstGeom>
        </p:spPr>
      </p:pic>
      <p:pic>
        <p:nvPicPr>
          <p:cNvPr id="19" name="Picture 18" descr="f1-4-map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865" y="2333623"/>
            <a:ext cx="1204213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OpenAPI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리스트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454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한국관광공사 국문 관광정보 서비스(KorService2) · 지역기반 관광정보 조회 areaBasedList2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제주(lDongRegnCd=50) 관광지·문화시설·레포츠 804곳의 명칭·좌표·분류(cat1~3)·대표 이미지·주소 수집. 지도 마커·대안 추천·일정의 관광지 목록 원천. 매주 수요일 자동 동기화(GitHub Actions)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〃 · 소개정보 조회 detailIntro2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관광지 운영시간(개장·폐장) 수집. 상세 화면 운영시간 표시와 시간대 혼잡 프로파일의 개·폐장 경계에 사용. 매주 미확보 관광지 보강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〃 · 공통정보 조회 detailCommon2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관광지 소개(overview)·전화·공식 홈페이지(예매 안내). 상세 화면을 열 때마다 실시간 호출해 최신 원천 값으로 갱신하고, 실패 시 주간 동기화 값으로 폴백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〃 · 이미지정보 조회 detailImage2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대표 이미지가 없는 관광지의 첫 이미지 확보. 홈 코스 카드·지도 시트·상세 히어로 사진의 원천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83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한국관광 데이터랩 인기관광지 통계 (파일데이터)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기초지자체(제주시·서귀포시) 인기관광지 TOP30 × 연령대 6구간 × 2018-01~2026-05 월별 36,360행. 예측 모델(LightGBM)의 학습 타겟(관광지×월 인기 점유율 %). 데이터랩은 OpenAPI가 없어 CSV로 수집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기상청 지상(ASOS) 월 자료 OpenAPI (공공데이터포털)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제주 관측소 월평균 기온·강수량 101개월. 야외 관광 수요와 직결되는 기상 피처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카카오 API: 카카오맵 JavaScript SDK · 카카오모빌리티 길찾기 · 카카오 로컬(키워드 장소 검색)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0000"/>
                        </a:lnSpc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지도·마커·현위치 표시 / 관광지 간 자동차 경로·거리·시간(Vercel 함수 경유) / 오토플랜 공항·출발지 검색. 그 외 공휴일·연휴 피처(holidays 라이브러리)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추천 기준의 전환: 인기도·리뷰가 아니라 「예측 혼잡도(한적함)」로 추천한다. 인기 추천은 쏠림을 키우고, 한적함 추천은 수요를 분산시킨다.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데이터: 한국관광 데이터랩 8년치 수요 시계열을 LightGBM으로 학습하고, 관광지 804곳 × 45일 × 9~20시 예측을 매주 자동 갱신한다. test hold-out(2026-01~05) 기준 MAE 0.46(점유율 %p), MAPE 14.9%, 상위 30% 랭킹 일치 83.5%.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시간 단위: 일별이 아닌 시간대별. 장소를 포기하는 대신 「한적한 시간에 가는」 선택지를 준다.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대안의 성격 유지: 같은 유형(TourAPI 소분류) 안에서 가까운 순으로 제안해 동선과 여행 성격이 깨지지 않는다.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완성도·안정성: 웹·iOS 동일 코드베이스, 라이브 추론 실패 시 사전계산값 폴백, GitHub Actions 3종(예측 갱신·관광지 동기화·DB 유지)으로 무중단 운영. App Store 심사 대응 완료.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정직성과 개인정보: 예측값임을 앱·스토어에 명시, 원천 없는 703곳은 「추정」 표시. 계정·서버 저장 없음, 위치는 기기 안에서만 사용(위치기반서비스사업자 비신고 대상).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단기(2026 하반기): 실측 혼잡 지표(주차장 점유·입장 카운트 등) 확보 → 예측→실측 캘리브레이션. 카테고리·요일 휴리스틱인 일중 프로파일을 실측 곡선으로 교체. 소셜 로그인(v1.1 준비 완료)으로 일정 동기화.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중기(2027): 전국 확대. 코드·디자인이 지역 비의존이라 TourAPI 지역코드와 데이터랩 지자체 범위만 바꾸면 강원·부산·전주 등으로 확장. 지역 관광공사·렌터카·숙박 플랫폼과 연계해 분산 효과를 정량화.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• 장기: 관광 수요 예측 API를 지자체·여행사에 B2B로 제공, 지속가능 관광 지표 대시보드로 정책 활용. 실시간 혼잡 데이터가 연동되면 예측·실측 하이브리드 모델로 전환.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3154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5713154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</a:tblGrid>
              <a:tr h="32714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① 일정 슬롯이 붐빔·혼잡으로 예측되면 카드 아래에 「같은 카테고리의 한적한 대안」 3곳이 거리·혼잡도와 함께 뜬다(FastAPI /alternatives 실시간 조회, 실패 시 사전계산값 폴백).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② 「교체」를 누르면 그 슬롯이 대안 관광지로 바뀌고 이동 거리·시간이 다시 계산된다. 예: 함덕해수욕장(붐빔) → 세기알해변(여유).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핵심 기능2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대안 관광지 추천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붐빌 것으로 예측된 관광지와 같은 유형(TourAPI 소분류)의 한적한 관광지를 거리순으로 제안하고 한 번에 교체하는 기능입니다. 해수욕장에는 해수욕장을, 오름에는 오름을 추천해 동선과 여행 성격이 유지됩니다.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f3-1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23" y="2333623"/>
            <a:ext cx="1204213" cy="2606040"/>
          </a:xfrm>
          <a:prstGeom prst="rect">
            <a:avLst/>
          </a:prstGeom>
        </p:spPr>
      </p:pic>
      <p:pic>
        <p:nvPicPr>
          <p:cNvPr id="17" name="Picture 16" descr="f2-2-repla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77" y="2333623"/>
            <a:ext cx="1204213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7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769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</a:tblGrid>
              <a:tr h="32714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① 일정 탭에서 날짜를 고르고 관광지와 시간을 추가한다. 슬롯마다 예측 혼잡도(4단계 배지·막대)가 표시된다(POST /simulate 라이브 추론, 8초 초과 시 사전계산값 폴백).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② 슬롯 사이 「경로 보기」를 누르면 카카오 길찾기 경로가 지도에 그려지고 거리·시간이 자동차/도보/대중교통 탭으로 표시된다. Apple 지도·카카오맵으로 바로 열 수 있다.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③ 시간을 바꾸거나 대안으로 교체하면 타임라인 전체가 다시 계산된다. 일정은 날짜별 시안으로 기기 안에 저장되고 링크로 공유할 수 있다.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핵심 기능3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여행 일정 혼잡도 시뮬레이션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여행 날짜와 방문 순서를 넣으면 각 슬롯의 예측 혼잡도와 이동 거리·시간을 타임라인으로 보여주고, 실제 경로를 앱 안 지도로 확인하는 기능입니다.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f3-1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30" y="2333623"/>
            <a:ext cx="1204213" cy="2606040"/>
          </a:xfrm>
          <a:prstGeom prst="rect">
            <a:avLst/>
          </a:prstGeom>
        </p:spPr>
      </p:pic>
      <p:pic>
        <p:nvPicPr>
          <p:cNvPr id="17" name="Picture 16" descr="f3-2-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999" y="2333623"/>
            <a:ext cx="1204213" cy="2606040"/>
          </a:xfrm>
          <a:prstGeom prst="rect">
            <a:avLst/>
          </a:prstGeom>
        </p:spPr>
      </p:pic>
      <p:pic>
        <p:nvPicPr>
          <p:cNvPr id="18" name="Picture 17" descr="f2-2-repla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2768" y="2333623"/>
            <a:ext cx="1204213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7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769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</a:tblGrid>
              <a:tr h="32714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① 일정 탭의 「자동으로 짜기」에서 템포(여유·보통·빽빽), 이동수단, 혼잡 허용도, 여정 끝(시작점·공항·다른 장소), 날짜를 고른다.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② 후보 관광지를 혼잡도·취향·거리·다양성으로 점수화해 2지선다 카드를 보여준다. 고를 때마다 취향을 학습하고, 조건을 만족하는 후보가 없으면 반경·혼잡 허용을 단계적으로 완화한다.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③ 완성된 일정은 일정 탭에 시안으로 저장되어 혼잡도 시뮬레이션·경로 보기로 이어진다. 이동수단이 도보·대중교통이면 경로 시간도 그 기준으로 표시된다.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핵심 기능4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오토플랜(자동 일정 생성)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여행 템포·이동수단·혼잡 허용도·여정 끝을 고르면 하루 일정을 자동으로 짜 주는 기능입니다. 도달 가능성·운영시간·유형 다양성·혼잡 회피를 만족하는 조합을 찾고, 2지선다 카드로 취향을 학습합니다.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f4-1-autopla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30" y="2333623"/>
            <a:ext cx="1204213" cy="2606040"/>
          </a:xfrm>
          <a:prstGeom prst="rect">
            <a:avLst/>
          </a:prstGeom>
        </p:spPr>
      </p:pic>
      <p:pic>
        <p:nvPicPr>
          <p:cNvPr id="17" name="Picture 16" descr="f4-2-autoplan-ch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999" y="2333623"/>
            <a:ext cx="1204213" cy="2606040"/>
          </a:xfrm>
          <a:prstGeom prst="rect">
            <a:avLst/>
          </a:prstGeom>
        </p:spPr>
      </p:pic>
      <p:pic>
        <p:nvPicPr>
          <p:cNvPr id="18" name="Picture 17" descr="f3-1-sche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2768" y="2333623"/>
            <a:ext cx="1204213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7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769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</a:tblGrid>
              <a:tr h="327145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① 관광지를 열면 TourAPI 원천 정보(대표 사진·운영시간·홈페이지·주소)가 표시된다. 소개·전화·홈페이지는 화면을 열 때마다 detailCommon2를 실시간 호출해 갱신한다(/api/tour-detail).</a:t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② 오늘의 시간대별 혼잡 예측 그래프와 「가장 한적한 시각 / 가장 붐비는 시각」, 「비슷한데 더 한적한 곳」을 함께 보여준다. 「지금」 마커로 현재 시각을 표시한다.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1F2937"/>
                          </a:solidFill>
                        </a:rPr>
                        <a:t>③ 「일정에 넣기」로 시뮬레이션에 추가하고, 경로 화면에서 Apple 지도·카카오맵으로 길찾기를 실행한다. 지도 앱에는 관광지 좌표만 전달되며 이용자 위치는 보내지 않는다.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핵심 기능5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</a:rPr>
                        <a:t>관광지 상세 · 실시간 원천 정보 · 경로 안내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1F2937"/>
                          </a:solidFill>
                        </a:rPr>
                        <a:t>관광지의 사진·소개·운영시간·전화·홈페이지를 한국관광공사 OpenAPI에서 실시간으로 받아 보여주고, 시간대별 혼잡 예측 그래프와 길찾기를 제공하는 기능입니다.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16" name="Picture 15" descr="f5-1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30" y="2333623"/>
            <a:ext cx="1204213" cy="2606040"/>
          </a:xfrm>
          <a:prstGeom prst="rect">
            <a:avLst/>
          </a:prstGeom>
        </p:spPr>
      </p:pic>
      <p:pic>
        <p:nvPicPr>
          <p:cNvPr id="17" name="Picture 16" descr="f5-2-detail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999" y="2333623"/>
            <a:ext cx="1204213" cy="2606040"/>
          </a:xfrm>
          <a:prstGeom prst="rect">
            <a:avLst/>
          </a:prstGeom>
        </p:spPr>
      </p:pic>
      <p:pic>
        <p:nvPicPr>
          <p:cNvPr id="18" name="Picture 17" descr="f3-2-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2768" y="2333623"/>
            <a:ext cx="1204213" cy="2606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549</Words>
  <Application>Microsoft Office PowerPoint</Application>
  <PresentationFormat>와이드스크린</PresentationFormat>
  <Paragraphs>95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64</cp:revision>
  <dcterms:created xsi:type="dcterms:W3CDTF">2026-07-07T05:25:59Z</dcterms:created>
  <dcterms:modified xsi:type="dcterms:W3CDTF">2026-07-29T05:45:18Z</dcterms:modified>
</cp:coreProperties>
</file>